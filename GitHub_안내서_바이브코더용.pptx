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a08aa68d34756" /><Relationship Type="http://schemas.openxmlformats.org/officeDocument/2006/relationships/extended-properties" Target="/docProps/app.xml" Id="Rd710275f2e92430d" /><Relationship Type="http://schemas.openxmlformats.org/officeDocument/2006/relationships/officeDocument" Target="/ppt/presentation.xml" Id="R161034fd340b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af5d762a8b46d2"/>
  </p:sldMasterIdLst>
  <p:notesMasterIdLst>
    <p:notesMasterId xmlns:r="http://schemas.openxmlformats.org/officeDocument/2006/relationships" r:id="Rffacf8e47cd24d93"/>
  </p:notesMasterIdLst>
  <p:sldIdLst>
    <p:sldId xmlns:r="http://schemas.openxmlformats.org/officeDocument/2006/relationships" id="256" r:id="R91a84afd58ad40f7"/>
    <p:sldId xmlns:r="http://schemas.openxmlformats.org/officeDocument/2006/relationships" id="257" r:id="R69d99913f67849b2"/>
    <p:sldId xmlns:r="http://schemas.openxmlformats.org/officeDocument/2006/relationships" id="258" r:id="Rf1ce1409a9cc4e17"/>
    <p:sldId xmlns:r="http://schemas.openxmlformats.org/officeDocument/2006/relationships" id="259" r:id="Ra7f132ab761c406c"/>
    <p:sldId xmlns:r="http://schemas.openxmlformats.org/officeDocument/2006/relationships" id="260" r:id="Rc7914e17e10f4f78"/>
    <p:sldId xmlns:r="http://schemas.openxmlformats.org/officeDocument/2006/relationships" id="261" r:id="R3ddd4b703e944c21"/>
    <p:sldId xmlns:r="http://schemas.openxmlformats.org/officeDocument/2006/relationships" id="262" r:id="Re55b5c8d0f8b4fee"/>
    <p:sldId xmlns:r="http://schemas.openxmlformats.org/officeDocument/2006/relationships" id="263" r:id="R7e6204bf810b4240"/>
    <p:sldId xmlns:r="http://schemas.openxmlformats.org/officeDocument/2006/relationships" id="264" r:id="R2bcd34b24f13471c"/>
    <p:sldId xmlns:r="http://schemas.openxmlformats.org/officeDocument/2006/relationships" id="265" r:id="R816ccad2fcb8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b9c60d49a94a66" /><Relationship Type="http://schemas.openxmlformats.org/officeDocument/2006/relationships/slideMaster" Target="/ppt/slideMasters/slideMaster1.xml" Id="R52af5d762a8b46d2" /><Relationship Type="http://schemas.openxmlformats.org/officeDocument/2006/relationships/notesMaster" Target="/ppt/notesMasters/notesMaster1.xml" Id="Rffacf8e47cd24d93" /><Relationship Type="http://schemas.openxmlformats.org/officeDocument/2006/relationships/presProps" Target="/ppt/presProps.xml" Id="R96685c527ab34eaa" /><Relationship Type="http://schemas.openxmlformats.org/officeDocument/2006/relationships/tableStyles" Target="/ppt/tableStyles.xml" Id="Rc780cea4b184493b" /><Relationship Type="http://schemas.openxmlformats.org/officeDocument/2006/relationships/slide" Target="/ppt/slides/slide1.xml" Id="R91a84afd58ad40f7" /><Relationship Type="http://schemas.openxmlformats.org/officeDocument/2006/relationships/slide" Target="/ppt/slides/slide2.xml" Id="R69d99913f67849b2" /><Relationship Type="http://schemas.openxmlformats.org/officeDocument/2006/relationships/slide" Target="/ppt/slides/slide3.xml" Id="Rf1ce1409a9cc4e17" /><Relationship Type="http://schemas.openxmlformats.org/officeDocument/2006/relationships/slide" Target="/ppt/slides/slide4.xml" Id="Ra7f132ab761c406c" /><Relationship Type="http://schemas.openxmlformats.org/officeDocument/2006/relationships/slide" Target="/ppt/slides/slide5.xml" Id="Rc7914e17e10f4f78" /><Relationship Type="http://schemas.openxmlformats.org/officeDocument/2006/relationships/slide" Target="/ppt/slides/slide6.xml" Id="R3ddd4b703e944c21" /><Relationship Type="http://schemas.openxmlformats.org/officeDocument/2006/relationships/slide" Target="/ppt/slides/slide7.xml" Id="Re55b5c8d0f8b4fee" /><Relationship Type="http://schemas.openxmlformats.org/officeDocument/2006/relationships/slide" Target="/ppt/slides/slide8.xml" Id="R7e6204bf810b4240" /><Relationship Type="http://schemas.openxmlformats.org/officeDocument/2006/relationships/slide" Target="/ppt/slides/slide9.xml" Id="R2bcd34b24f13471c" /><Relationship Type="http://schemas.openxmlformats.org/officeDocument/2006/relationships/slide" Target="/ppt/slides/slide10.xml" Id="R816ccad2fcb8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ff7a2cde554f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356f3898c490b" /><Relationship Type="http://schemas.openxmlformats.org/officeDocument/2006/relationships/notesMaster" Target="/ppt/notesMasters/notesMaster1.xml" Id="R1b80b7ac97174f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471b5ea2c4638" /><Relationship Type="http://schemas.openxmlformats.org/officeDocument/2006/relationships/notesMaster" Target="/ppt/notesMasters/notesMaster1.xml" Id="Red216c71c1fc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501b10840348f0" /><Relationship Type="http://schemas.openxmlformats.org/officeDocument/2006/relationships/notesMaster" Target="/ppt/notesMasters/notesMaster1.xml" Id="Rf9cfaec43a55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8b8c9ad984b0a" /><Relationship Type="http://schemas.openxmlformats.org/officeDocument/2006/relationships/notesMaster" Target="/ppt/notesMasters/notesMaster1.xml" Id="Rd608bd7e2ea94e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f69a14f16048cc" /><Relationship Type="http://schemas.openxmlformats.org/officeDocument/2006/relationships/notesMaster" Target="/ppt/notesMasters/notesMaster1.xml" Id="R26a2282b4bf044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764d908f834215" /><Relationship Type="http://schemas.openxmlformats.org/officeDocument/2006/relationships/notesMaster" Target="/ppt/notesMasters/notesMaster1.xml" Id="Rba29c42c8dce4b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ab53344e941b5" /><Relationship Type="http://schemas.openxmlformats.org/officeDocument/2006/relationships/notesMaster" Target="/ppt/notesMasters/notesMaster1.xml" Id="R3355074f06a0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f85963db404bd7" /><Relationship Type="http://schemas.openxmlformats.org/officeDocument/2006/relationships/notesMaster" Target="/ppt/notesMasters/notesMaster1.xml" Id="Ra480212a1c5f4f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98b3a8c8714661" /><Relationship Type="http://schemas.openxmlformats.org/officeDocument/2006/relationships/notesMaster" Target="/ppt/notesMasters/notesMaster1.xml" Id="R115d047cd7f34c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9aae5606c74e75" /><Relationship Type="http://schemas.openxmlformats.org/officeDocument/2006/relationships/notesMaster" Target="/ppt/notesMasters/notesMaster1.xml" Id="R687649cd248d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C:/Korea/git-study/바이브-코더를-위한-GitHub-안내서_2026-08-13.md</a:t>
            </a:r>
          </a:p>
          <a:p xmlns:a="http://schemas.openxmlformats.org/drawingml/2006/main">
            <a:r>
              <a:t>- https://docs.github.com/en/get-started/using-git/about-git</a:t>
            </a:r>
          </a:p>
          <a:p xmlns:a="http://schemas.openxmlformats.org/drawingml/2006/main">
            <a:r>
              <a:t>- https://docs.github.com/en/get-started/using-github/github-flow</a:t>
            </a:r>
          </a:p>
          <a:p xmlns:a="http://schemas.openxmlformats.org/drawingml/2006/main">
            <a:r>
              <a:t>- https://cli.github.com/manual/gh_auth_login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f045906cf47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eb37e412749fd" /><Relationship Type="http://schemas.openxmlformats.org/officeDocument/2006/relationships/slideLayout" Target="/ppt/slideLayouts/slideLayout1.xml" Id="Rf54f23ec3f5442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f23ec3f5442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aaaf0d63b49f5" /><Relationship Type="http://schemas.openxmlformats.org/officeDocument/2006/relationships/notesSlide" Target="/ppt/notesSlides/notesSlide1.xml" Id="R2395312cf556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75bc3bf964cc4" /><Relationship Type="http://schemas.openxmlformats.org/officeDocument/2006/relationships/notesSlide" Target="/ppt/notesSlides/notesSlide2.xml" Id="Re64d21581348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ae218f40746f6" /><Relationship Type="http://schemas.openxmlformats.org/officeDocument/2006/relationships/notesSlide" Target="/ppt/notesSlides/notesSlide3.xml" Id="R1539f3e4ba72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5b6bbd2ad4254" /><Relationship Type="http://schemas.openxmlformats.org/officeDocument/2006/relationships/notesSlide" Target="/ppt/notesSlides/notesSlide4.xml" Id="Ra28bdb651ced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a27d2ef147e8" /><Relationship Type="http://schemas.openxmlformats.org/officeDocument/2006/relationships/notesSlide" Target="/ppt/notesSlides/notesSlide5.xml" Id="Rb9e5577b1069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3c7af71c44af4" /><Relationship Type="http://schemas.openxmlformats.org/officeDocument/2006/relationships/notesSlide" Target="/ppt/notesSlides/notesSlide6.xml" Id="Rfd215d57a40246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dec20bd4f49b6" /><Relationship Type="http://schemas.openxmlformats.org/officeDocument/2006/relationships/notesSlide" Target="/ppt/notesSlides/notesSlide7.xml" Id="R235cec42fe334a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45f64b6f441b5" /><Relationship Type="http://schemas.openxmlformats.org/officeDocument/2006/relationships/notesSlide" Target="/ppt/notesSlides/notesSlide8.xml" Id="R627a79a1b21f4b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fd7b7f97541f5" /><Relationship Type="http://schemas.openxmlformats.org/officeDocument/2006/relationships/notesSlide" Target="/ppt/notesSlides/notesSlide9.xml" Id="R3d72ce88e2aa48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1f2a359849ad" /><Relationship Type="http://schemas.openxmlformats.org/officeDocument/2006/relationships/notesSlide" Target="/ppt/notesSlides/notesSlide10.xml" Id="Rbc14b9d1437e41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62D32-BFD7-48C8-9A2D-0CD1AB5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바이브 코더를 위한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GitHub 안내서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3E2A3-0E19-4926-A4C3-8E3A173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터미널을 외우기보다</a:t>
            </a:r>
          </a:p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안전한 흐름을 이해하는 입문 가이드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2EBE-2FCA-4B39-B676-75A4D8B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"/>
            <a:ext cx="5191125" cy="5381625"/>
          </a:xfrm>
          <a:prstGeom xmlns:a="http://schemas.openxmlformats.org/drawingml/2006/main" prst="roundRect">
            <a:avLst>
              <a:gd name="adj" fmla="val 1468"/>
            </a:avLst>
          </a:prstGeom>
          <a:solidFill xmlns:a="http://schemas.openxmlformats.org/drawingml/2006/main">
            <a:srgbClr val="DFF3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6E2A4-0236-4090-AE99-2E63A0B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0953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</a:defRPr>
            </a:pPr>
            <a:r>
              <a:rPr sz="2625" b="1">
                <a:solidFill>
                  <a:srgbClr val="3D8DFF"/>
                </a:solidFill>
              </a:rPr>
              <a:t>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BB137-DC8A-4C18-9386-6659DDB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09537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FBE5F-A099-4E15-B2AB-128590D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0953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</a:defRPr>
            </a:pPr>
            <a:r>
              <a:rPr sz="2625" b="1">
                <a:solidFill>
                  <a:srgbClr val="3D8DFF"/>
                </a:solidFill>
              </a:rPr>
              <a:t>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52299-8304-4946-8284-F04529E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BE8B2-111A-4BF5-A785-D9D3F787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145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status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B1C4-19A5-4C93-88A2-5B1EFD5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EE518-DCEB-4800-95E6-1F21F59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4805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add FILE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commit -m "메시지"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71FA-1B63-4DE0-B1F8-C2A7E2B2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작게 확인하고, 명시적으로 저장하고,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검토 후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1047897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8CF2A-D03C-4FBC-85C4-11F0A62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Git은 기록 도구, GitHub는 협업 공간입니다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67664-A51D-4C9C-8111-68F4806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4A3C3-0CF7-471D-912B-3FE4D60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71625"/>
            <a:ext cx="34766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FE17D-C05F-4845-A8FA-AF9042A8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AE2E-7AD2-447D-AF73-9271973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67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내 컴퓨터에서 변경 이력을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45DCA-7D30-43BB-B48E-2D6FF8A7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5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파일 변경의 타임머신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54C08-8595-40D5-8FC6-13885D52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34766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CBC1A-69B0-49F8-90FB-AE5A2007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58AD3-13B7-46C3-8646-26BB18F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저장소·이슈·PR·리뷰를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FC473-E7D4-48E5-9922-DF70058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온라인 협업 작업실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69EBD-B566-45E2-B1A3-0016237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4766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905C3-8EDF-48AA-A38A-4BCDF55E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GitHub CLI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7F522-239E-493B-9C6C-9672057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67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터미널에서 GitHub 기능을 조작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C0FDC-9CE2-4EB7-845A-DCB331D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05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브라우저의 명령줄 버전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28A65-0E79-4541-A906-3A469BF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81625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커밋은 로컬 기록입니다. GitHub에 보내려면 push가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63285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04C2D-1914-4290-B703-D567782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변경은 한 번에 올라가지 않고 네 단계를 거칩니다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B162-F30D-488E-B345-B544E0CA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EADA-1F92-49AB-96EA-B51431A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FE804-C1B2-4A0A-ADDF-53D8E363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E2CFF-AF1C-4D27-AAF1-C76F2CB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Working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900A3-3A4B-4C7F-8CD6-4AFDFDC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파일을 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0D45E-E710-4206-8C99-82BD041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DEB2B-79D2-47F4-9F1F-EA53914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F463F-4D68-45AE-A4C2-BC358A67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A36F0-324D-4066-9D3A-D1BE98BC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Staging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78BAE-0086-4BCA-8CBB-9D4EB8D7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기록할 변경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CA50F-54B8-472A-90C7-A3DB466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B8E59-7389-46DC-BBE1-7030131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D000A-7BF2-42E7-B30C-35F2EEC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DDDB1-B3E0-4A44-B6CD-9BEEEC5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3C702-4B5F-4AD3-B31B-0132CB0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로컬 이력에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633B3-C0E2-40F7-9658-AED4C14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592FC-BDAA-426B-A2E5-04508ECD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00DA3-8CDF-4D9A-A56C-4327A42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13F7F-24AE-4D36-870B-963CF1A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146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399A4-DC35-4E6F-80A1-5B3E9AF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push로 공유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48424-A58E-440F-A8BF-4FB99B7B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FDBD7-EF25-4162-945C-4A29FE20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7680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diff   →   git add FILE   →   git commit   →   git push</a:t>
            </a:r>
          </a:p>
        </p:txBody>
      </p:sp>
    </p:spTree>
    <p:extLst>
      <p:ext uri="{BB962C8B-B14F-4D97-AF65-F5344CB8AC3E}">
        <p14:creationId xmlns:p14="http://schemas.microsoft.com/office/powerpoint/2010/main" val="19129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3E3ED-FB91-4F52-AF3B-3C20471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AI에게 맡길수록 “확인”과 “변경”을 구분하세요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4C54F-A35E-4E9D-8256-B67EA597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C92C3-4FA0-4852-BF87-181D51B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BF621-FD1A-4597-9BA5-28EBC47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9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먼저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A6E92-3607-4972-84CA-9DC8513C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status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diff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remote -v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gh auth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DBFC-728C-4841-940C-95E3B7E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7162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3B8C8-1E0E-4BAD-AA50-8BFE3637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09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로컬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530F8-0A2D-401D-A190-FA5B591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717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add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commit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pull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merge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3E145-C0E6-4067-B97D-3BBB28D0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2BF17-5881-428D-AE46-EC7FBF5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9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43D3D"/>
                </a:solidFill>
              </a:defRPr>
            </a:pPr>
            <a:r>
              <a:rPr sz="2175" b="1">
                <a:solidFill>
                  <a:srgbClr val="C43D3D"/>
                </a:solidFill>
              </a:rPr>
              <a:t>외부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35936-10F5-4CD3-9B3A-4805F841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71750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git push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gh pr create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gh pr merge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gh release create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2A0A-F7DC-497D-9ED2-9D6A5D9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원칙: 대상·범위·영향을 보여 준 뒤 승인받고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2017408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8696C-8613-4162-8ADF-5134E3E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처음 한 번: 설치 → 작성자 설정 → 브라우저 로그인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037F9-A619-4D65-86D3-E826BE4A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9ABD6-FD34-468B-BB03-A789FF8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01  설치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2F3BB-67FF-4C29-BB8A-250ECCE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1E15B-426A-4936-A119-098EB24B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--version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--version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B2FF4-F623-45C4-B65A-AC7B6B5D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02  작성자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D0A71-14B5-4B31-8A32-694AA0C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483F7-B8FC-4D01-9421-DD56EE8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52675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config --global --get user.name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config --global --get user.email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A3E4C-C0C8-4873-9D6C-5165F05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03  안전한 로그인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F8D62-2245-4C2C-9F1C-0E67F80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4918A-7634-47E4-911D-CF3EDC73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52675"/>
            <a:ext cx="2914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auth login --web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auth status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auth setup-git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B116E-55DC-43C0-9C84-EB9AA0B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95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44D72-7D48-4DE4-9EE1-BC1355A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비밀번호·PAT·SSH 개인 키·.env는 채팅이나 저장소에 올리지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58661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7AC51-BF91-4B86-808B-9AF5034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표준 GitHub Flow는 작은 작업선을 검토해 합치는 과정입니다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664DF-D405-4CBD-BFD5-E670BAC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B1482-A571-4723-ABAD-F33FF760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85C9A-51D3-418E-A088-C290EC4F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116D0-9E1C-4846-B52C-A186AAE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main 최신화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EB53B-8993-42E9-B149-D3801CD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3947C-8374-44EF-B30E-12CD616A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7AEF4-4C19-43BE-8AC0-22E4510C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FBBC4-4043-491E-A021-2F1C486E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브랜치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AA988-1530-427A-AA6D-BA66187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19853-C748-41B4-B952-6FEAD286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88C98-0C35-49CB-90F7-AACC2507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1270D-A90B-4C7D-949D-6E884BDB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수정·검토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5ACDE-6D46-4294-A927-3130E9E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793A8-02B1-4179-9CCD-80198AB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62DD1-E98D-42F2-B400-4437D7BF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D9AF3-7E6E-4E5D-96C7-4C1C016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커밋·push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02837-EFEF-4502-9EE2-73757B0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01EC9-893B-49E9-B5C6-6A0EC26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181BC-BC6C-4241-9A9D-64BED299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6B3AA-8ECA-4164-A0C3-80B67FB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PR·검사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E7199-83E7-4692-8AE1-72FE27E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369E1-B24B-41D5-A9AD-60D24A0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571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F71B0-674F-4289-8E6B-8AFB4D96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295A5-D4C3-4925-AB93-B5C17E70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merge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505E4-25CA-497A-A42B-9FB8AE4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52875"/>
            <a:ext cx="704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CB23F-CAFE-41D4-BE6E-AE1AE7C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67175"/>
            <a:ext cx="6629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switch -c docs/guide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… 파일 수정 …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add README.md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commit -m "docs: 안내 추가"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push -u origin HEAD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pr create --fill</a:t>
            </a:r>
          </a:p>
        </p:txBody>
      </p:sp>
    </p:spTree>
    <p:extLst>
      <p:ext uri="{BB962C8B-B14F-4D97-AF65-F5344CB8AC3E}">
        <p14:creationId xmlns:p14="http://schemas.microsoft.com/office/powerpoint/2010/main" val="779389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CF776-5BBF-472A-B58C-29DEC6E1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커밋 전에는 “무엇을 저장하는지” 두 번 확인합니다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E6D20-DA6F-42D0-BB3F-0A13F5E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F9F68-7094-4826-8E2A-EAC8F1F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수정 내용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7C01E-95E5-459C-A29E-CA51D694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9E303-8CEE-434E-A586-0FC8DFD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status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diff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35492-E33D-44A7-9E9A-C1E4E0F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관련 파일만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65758-2A75-459E-89D7-C77BD15B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78034-AD3B-4D29-9975-DFF96608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52675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add README.md docs/guide.md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6EEEB-9EC1-4E4E-A19A-E353F77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CB8B2-735A-4173-A812-CAAD598F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8191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33B93-1165-40C2-9F30-16D4D6E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최종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AD9B8-198C-4004-9F35-76D94EB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528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9BF60-2BBF-4FDC-AFA2-739D723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diff --staged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17A79-B82C-4C7C-BE37-8C7D28C5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`git add .`보다 파일을 명시하면 비밀 정보와 불필요한 파일이 섞일 위험이 줄어듭니다.</a:t>
            </a:r>
          </a:p>
        </p:txBody>
      </p:sp>
    </p:spTree>
    <p:extLst>
      <p:ext uri="{BB962C8B-B14F-4D97-AF65-F5344CB8AC3E}">
        <p14:creationId xmlns:p14="http://schemas.microsoft.com/office/powerpoint/2010/main" val="263149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C28DD-CBE9-4256-8BF9-BCB30D9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브랜치는 격리하고, PR은 설명하고 검토합니다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A103F-04AE-4F6E-A09B-48C61ADF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60685-4F92-4366-81ED-46F713FD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71625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D5053-9A9F-48F1-8F35-DF6B4C62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브랜치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7D59-78A9-4607-996E-96A248D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main을 직접 흔들지 않고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기능·버그·문서 작업을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5543C-F82B-4856-A45E-F8084E0E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4191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BA053-49F2-4A91-9790-175D38D3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7192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switch -c docs/add-guide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CA383-8AC1-4584-BEB2-5F341D22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5721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6F2A0-56B7-41AD-804E-C2C79858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Pull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503D7-AFF2-44CD-BAF1-AA34F9C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변경 비교 · 토론 · 리뷰 · 자동 검사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승인된 변경만 기본 브랜치에 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204DA-0408-435F-8508-9D3055EE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619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CC424-227E-4F31-9DCF-FB25A24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71925"/>
            <a:ext cx="4200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pr create --fill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gh pr checks --watch</a:t>
            </a:r>
          </a:p>
        </p:txBody>
      </p:sp>
    </p:spTree>
    <p:extLst>
      <p:ext uri="{BB962C8B-B14F-4D97-AF65-F5344CB8AC3E}">
        <p14:creationId xmlns:p14="http://schemas.microsoft.com/office/powerpoint/2010/main" val="201100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3CB21-359A-47F9-880E-9F0413D8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문제가 생기면 강제로 밀지 말고 상태부터 보존합니다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A5322-6E01-4DCC-A947-25082B70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CB9E0-A81C-4C3D-90E0-06B4B0E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43D3D"/>
                </a:solidFill>
              </a:defRPr>
            </a:pPr>
            <a:r>
              <a:rPr sz="2175" b="1">
                <a:solidFill>
                  <a:srgbClr val="C43D3D"/>
                </a:solidFill>
              </a:rPr>
              <a:t>피해야 할 즉흥 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6F663-D1EE-4956-A432-10C5A72B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909D2-DDF6-4402-A38F-E9B589BC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36766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reset --hard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clean -fd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git push --force</a:t>
            </a:r>
          </a:p>
          <a:p xmlns:a="http://schemas.openxmlformats.org/drawingml/2006/main">
            <a:pPr algn="l">
              <a:defRPr sz="1500" b="0">
                <a:solidFill>
                  <a:srgbClr val="F5F5F5"/>
                </a:solidFill>
              </a:defRPr>
            </a:pPr>
            <a:r>
              <a:rPr sz="1500" b="0">
                <a:solidFill>
                  <a:srgbClr val="F5F5F5"/>
                </a:solidFill>
              </a:rPr>
              <a:t>rm -rf .git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E79DA-44EF-45D0-B4F4-6531DD38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안전한 대응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81EE4-933A-46F3-8342-1C516C2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1. git status로 현재 상태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538BA-E99B-4E18-95EC-DB1E861E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2. 손실될 변경과 공유된 이력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F0AB4-9307-4967-8C9E-5C70FAE2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3. 복구안과 영향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9ED4B-FB68-4860-97AD-265D64C3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4. 승인 후 restore 또는 revert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FF045-49B6-4DCD-85E5-2B516D3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1062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DE3FF-4874-4260-8C98-BD451BB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3D3D"/>
                </a:solidFill>
              </a:defRPr>
            </a:pPr>
            <a:r>
              <a:rPr sz="1800" b="1">
                <a:solidFill>
                  <a:srgbClr val="C43D3D"/>
                </a:solidFill>
              </a:rPr>
              <a:t>비밀 정보가 커밋되었다면 먼저 자격 증명을 폐기·교체합니다.</a:t>
            </a:r>
          </a:p>
        </p:txBody>
      </p:sp>
    </p:spTree>
    <p:extLst>
      <p:ext uri="{BB962C8B-B14F-4D97-AF65-F5344CB8AC3E}">
        <p14:creationId xmlns:p14="http://schemas.microsoft.com/office/powerpoint/2010/main" val="19515465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67680-0B92-4838-AEC4-2949662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다섯 가지 습관이면 대부분의 사고를 예방할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F9104-E48A-4A9E-A745-5EFDFF7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38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1FE17-DA47-403F-8333-2311DDB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87219-9644-4EB7-9154-8D48E7C2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19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62014-3E07-4BD6-8F91-C015E300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001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작업 전 git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9AA16-57AE-42B1-9262-C12FB91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E59BB-A961-4AEC-AE3D-4C5CA30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9FA89-BD62-4217-93E8-4ACFE9A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812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커밋 전 diff와 diff --staged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DAA57-FC03-4188-A3A3-54886F2D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28545-4C1F-434C-A813-C9503FE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81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0DDE0-D5F7-424A-A550-A0FB0CE8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622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관련 파일만 커밋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4DC0A-BF81-4C67-A698-72E1482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1BC4E-29CD-4C5A-A299-FA60362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74B71-7211-47AC-9AB1-E05118CE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433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push·PR·merge 전 대상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68F93-CB21-4759-A244-C63A74C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FDDDE-E1F7-425E-8097-81E933D1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43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EA77-318D-4782-A2BA-10A8491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충돌·오류 시 원인부터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3F7B4-3995-40BB-BB84-664F8C8D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당황하지 마세요. 상태를 확인하고, 변경을 읽고, 작은 단위로 기록하면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787083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2026-08-13T05:39:59.1630000Z</dcterms:created>
  <dcterms:modified xsi:type="dcterms:W3CDTF">2026-08-13T05:39:59.1630000Z</dcterms:modified>
</coreProperties>
</file>